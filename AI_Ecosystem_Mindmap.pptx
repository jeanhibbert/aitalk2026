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0F6E56">
              <a:alpha val="20000"/>
            </a:srgbClr>
          </a:solidFill>
          <a:ln w="12700">
            <a:solidFill>
              <a:srgbClr val="0F6E5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914400"/>
            <a:ext cx="1645920" cy="164592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Tooling Landscape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· Models · Developer Tools · Agentic AI · Open 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5240">
            <a:solidFill>
              <a:srgbClr val="0F6E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4846320"/>
            <a:ext cx="146304" cy="14630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Provider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78024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9464" y="484632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9392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4846320"/>
            <a:ext cx="146304" cy="146304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4846320"/>
            <a:ext cx="146304" cy="146304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/ AI Assistants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82128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4846320"/>
            <a:ext cx="146304" cy="14630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Research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83496" y="475488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4846320"/>
            <a:ext cx="146304" cy="146304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7816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/ Self-host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 — Model &amp; Tooling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0" y="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80760" y="3680460"/>
            <a:ext cx="-2321745" cy="-1350455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3680460"/>
            <a:ext cx="331678" cy="-1747647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3680460"/>
            <a:ext cx="2321745" cy="-1191578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680460"/>
            <a:ext cx="2763982" cy="317754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3680460"/>
            <a:ext cx="2100626" cy="1509331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80460"/>
            <a:ext cx="-442237" cy="1906524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680460"/>
            <a:ext cx="-2542863" cy="1350454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680460"/>
            <a:ext cx="-2874541" cy="158877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3680460"/>
            <a:ext cx="-1658389" cy="-2780348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680460"/>
            <a:ext cx="-773915" cy="-2939225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680460"/>
            <a:ext cx="-3095660" cy="-397193"/>
          </a:xfrm>
          <a:prstGeom prst="line">
            <a:avLst/>
          </a:prstGeom>
          <a:noFill/>
          <a:ln w="1016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9015" y="2330006"/>
            <a:ext cx="-1437271" cy="-556069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9015" y="2330006"/>
            <a:ext cx="-884474" cy="-873823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9015" y="2330006"/>
            <a:ext cx="-221119" cy="-794385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9015" y="2330006"/>
            <a:ext cx="-1879508" cy="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9015" y="2330006"/>
            <a:ext cx="-2100626" cy="55607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2438" y="1932813"/>
            <a:ext cx="0" cy="-873823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2438" y="1932813"/>
            <a:ext cx="773915" cy="-714946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2438" y="1932813"/>
            <a:ext cx="-773915" cy="-714946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2438" y="1932813"/>
            <a:ext cx="-1437271" cy="-476631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2438" y="1932813"/>
            <a:ext cx="1437271" cy="-556069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2438" y="1932813"/>
            <a:ext cx="1768948" cy="-238315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2438" y="1932813"/>
            <a:ext cx="1326711" cy="-158877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02505" y="2488883"/>
            <a:ext cx="1326711" cy="-556069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2505" y="2488883"/>
            <a:ext cx="1768948" cy="0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02505" y="2488883"/>
            <a:ext cx="1990067" cy="556070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2505" y="2488883"/>
            <a:ext cx="995033" cy="55607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02505" y="2488883"/>
            <a:ext cx="1547830" cy="992981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02505" y="2488883"/>
            <a:ext cx="773915" cy="1429893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44742" y="3998214"/>
            <a:ext cx="995033" cy="397193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44742" y="3998214"/>
            <a:ext cx="1105593" cy="873823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1386" y="5189792"/>
            <a:ext cx="995033" cy="317754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1386" y="5189792"/>
            <a:ext cx="221119" cy="556069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1386" y="5189792"/>
            <a:ext cx="-221119" cy="397193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1386" y="5189792"/>
            <a:ext cx="552796" cy="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38523" y="5586984"/>
            <a:ext cx="-442237" cy="714946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8523" y="5586984"/>
            <a:ext cx="663356" cy="714946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37897" y="5030915"/>
            <a:ext cx="-1105593" cy="476631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37897" y="5030915"/>
            <a:ext cx="-1437271" cy="0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7897" y="5030915"/>
            <a:ext cx="-1658389" cy="-55607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6219" y="3839337"/>
            <a:ext cx="-995033" cy="-397193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6219" y="3839337"/>
            <a:ext cx="-1216152" cy="238316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85100" y="3283268"/>
            <a:ext cx="-773915" cy="-397193"/>
          </a:xfrm>
          <a:prstGeom prst="line">
            <a:avLst/>
          </a:prstGeom>
          <a:noFill/>
          <a:ln w="10160">
            <a:solidFill>
              <a:srgbClr val="534AB7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3680460"/>
            <a:ext cx="1105593" cy="214484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3680460"/>
            <a:ext cx="-1658389" cy="262147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86353" y="5825300"/>
            <a:ext cx="1547830" cy="-635508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3680460"/>
            <a:ext cx="-1216152" cy="3018663"/>
          </a:xfrm>
          <a:prstGeom prst="line">
            <a:avLst/>
          </a:prstGeom>
          <a:noFill/>
          <a:ln w="10160">
            <a:solidFill>
              <a:srgbClr val="854F0B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3680460"/>
            <a:ext cx="-442237" cy="3177540"/>
          </a:xfrm>
          <a:prstGeom prst="line">
            <a:avLst/>
          </a:prstGeom>
          <a:noFill/>
          <a:ln w="10160">
            <a:solidFill>
              <a:srgbClr val="185FA5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3680460"/>
            <a:ext cx="552796" cy="3098101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3680460"/>
            <a:ext cx="1326711" cy="2859786"/>
          </a:xfrm>
          <a:prstGeom prst="line">
            <a:avLst/>
          </a:prstGeom>
          <a:noFill/>
          <a:ln w="10160">
            <a:solidFill>
              <a:srgbClr val="854F0B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3680460"/>
            <a:ext cx="-2211185" cy="2859786"/>
          </a:xfrm>
          <a:prstGeom prst="line">
            <a:avLst/>
          </a:prstGeom>
          <a:noFill/>
          <a:ln w="10160">
            <a:solidFill>
              <a:srgbClr val="854F0B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3680460"/>
            <a:ext cx="773915" cy="-3177540"/>
          </a:xfrm>
          <a:prstGeom prst="line">
            <a:avLst/>
          </a:prstGeom>
          <a:noFill/>
          <a:ln w="10160">
            <a:solidFill>
              <a:srgbClr val="3B6D11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3680460"/>
            <a:ext cx="-773915" cy="-3177540"/>
          </a:xfrm>
          <a:prstGeom prst="line">
            <a:avLst/>
          </a:prstGeom>
          <a:noFill/>
          <a:ln w="10160">
            <a:solidFill>
              <a:srgbClr val="993C1D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3177540"/>
            <a:ext cx="1005840" cy="1005840"/>
          </a:xfrm>
          <a:prstGeom prst="ellipse">
            <a:avLst/>
          </a:prstGeom>
          <a:solidFill>
            <a:srgbClr val="EEEDFE"/>
          </a:solidFill>
          <a:ln w="25400">
            <a:solidFill>
              <a:srgbClr val="534A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3177540"/>
            <a:ext cx="10058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324675" y="1895665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4675" y="1895665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978098" y="1498473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78098" y="1498473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68165" y="2054542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68165" y="2054542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410402" y="3563874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0402" y="3563874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747046" y="4755452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47046" y="4755452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Azure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204183" y="5152644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04183" y="5152644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103557" y="4596575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3557" y="4596575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71879" y="3404997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71879" y="3404997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988031" y="465773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88031" y="465773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872505" y="306896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72505" y="306896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50760" y="2848928"/>
            <a:ext cx="868680" cy="868680"/>
          </a:xfrm>
          <a:prstGeom prst="ellipse">
            <a:avLst/>
          </a:prstGeom>
          <a:solidFill>
            <a:srgbClr val="E1F5E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50760" y="2848928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919409" y="157276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19409" y="157276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472205" y="125501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72205" y="125501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135561" y="1334453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35561" y="1334453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477172" y="212883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77172" y="212883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256053" y="268490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256053" y="268490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010102" y="857822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10102" y="85782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784017" y="1016699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84017" y="1016699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o4-mini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236187" y="1016699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36187" y="1016699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572831" y="125501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831" y="125501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447372" y="1175576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47372" y="1175576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7779050" y="1493330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79050" y="1493330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336813" y="157276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36813" y="157276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9326880" y="1731645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326880" y="1731645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Pro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769117" y="228771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769117" y="228771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9990236" y="284378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990236" y="284378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995202" y="284378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995202" y="284378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9547999" y="3280696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547999" y="3280696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8774084" y="371760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774084" y="371760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9437439" y="4194239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437439" y="4194239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9547999" y="4670870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547999" y="4670870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8774084" y="530637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774084" y="530637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8000169" y="5544693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00169" y="5544693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7557932" y="5385816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557932" y="5385816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8331847" y="498862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1847" y="498862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4793950" y="6100763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793950" y="6100763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899543" y="6100763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899543" y="6100763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029968" y="530637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029968" y="530637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3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1698290" y="482974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98290" y="482974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477172" y="427367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477172" y="427367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Codestral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808849" y="324097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808849" y="324097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1587731" y="3876485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587731" y="3876485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6784017" y="5624132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784017" y="562413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4020035" y="6100763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020035" y="6100763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4462272" y="6497955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EDA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462272" y="6497955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5236187" y="6656832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236187" y="665683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6231220" y="6577394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231220" y="6577394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7005135" y="633907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EDA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005135" y="633907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Paperclip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3467239" y="6339078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EDA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467239" y="6339078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NotDiamond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1808849" y="2684907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15240">
            <a:solidFill>
              <a:srgbClr val="3C3489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808849" y="2684907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R+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6452339" y="301752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EAF3DE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452339" y="30175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(Alibaba)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4904509" y="301752"/>
            <a:ext cx="804672" cy="402336"/>
          </a:xfrm>
          <a:prstGeom prst="roundRect">
            <a:avLst>
              <a:gd name="adj" fmla="val 13636"/>
            </a:avLst>
          </a:prstGeom>
          <a:solidFill>
            <a:srgbClr val="FAECE7"/>
          </a:solidFill>
          <a:ln w="15240">
            <a:solidFill>
              <a:srgbClr val="993C1D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904509" y="301752"/>
            <a:ext cx="8046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155448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627632" y="6583680"/>
            <a:ext cx="109728" cy="10972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75564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306324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136392" y="6583680"/>
            <a:ext cx="109728" cy="10972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26440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457200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645152" y="6583680"/>
            <a:ext cx="109728" cy="109728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77316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608076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53912" y="6583680"/>
            <a:ext cx="109728" cy="109728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28192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758952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662672" y="6583680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79068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9098280" y="651052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71432" y="6583680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299448" y="6510528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 — Company &amp; Model Reference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11612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3474720"/>
                <a:gridCol w="47548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 Model(s)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Tools /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Safety-focused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4.6 / Sonnet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Claude.ai, 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A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GPT-5.4, o4-mini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Codex, DALL-E 3, Sora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28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DeepMind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Pro, 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Studio, Vertex AI, NotebookLM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6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Maverick / Scout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 via Hugging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/ 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Phi-4, Azure 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Copilot, M365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A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 4, Grok 4.1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X/Twitter integration, 2M ctx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7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/ 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Medium 3, Mistral 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Codestral (code specialist)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6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Cost-efficient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V3, 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licence, API + self-host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71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&amp; embeddings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D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60,000+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API, Spaces,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Ecosystem Mindmap</dc:title>
  <dc:subject>PptxGenJS Presentation</dc:subject>
  <dc:creator>PptxGenJS</dc:creator>
  <cp:lastModifiedBy>PptxGenJS</cp:lastModifiedBy>
  <cp:revision>1</cp:revision>
  <dcterms:created xsi:type="dcterms:W3CDTF">2026-05-04T11:50:44Z</dcterms:created>
  <dcterms:modified xsi:type="dcterms:W3CDTF">2026-05-04T11:50:44Z</dcterms:modified>
</cp:coreProperties>
</file>